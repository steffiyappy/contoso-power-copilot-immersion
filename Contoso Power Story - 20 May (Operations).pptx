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0F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657600" cy="2286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M365 COPILOT · CONTOSO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0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SESSION 1 ·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3108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20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MEET YOUR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Rajiv Menon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95728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Segoe UI"/>
              </a:rPr>
              <a:t>Group Chief Operating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679192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Segoe UI"/>
              </a:rPr>
              <a:t>One Tuesday morning at HQ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4612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TODAY'S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31089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Plant briefing for the 10am exec call.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Procurement Committee minutes by lunch.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PMO weekly status drafted in the afternoon.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HR policy &amp; Board resolution reviewed before close of business.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49240"/>
            <a:ext cx="3108960" cy="1143000"/>
          </a:xfrm>
          <a:prstGeom prst="roundRect">
            <a:avLst/>
          </a:prstGeom>
          <a:solidFill>
            <a:srgbClr val="000000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THE PUNCHLINE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9280"/>
            <a:ext cx="27432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One morning. Five Copilot surfaces.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From plant floor to board minutes.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11480"/>
            <a:ext cx="8046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Segoe UI"/>
              </a:rPr>
              <a:t>One workday. Four Copilot moments.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868680"/>
            <a:ext cx="8046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Head of HR · Head of PMO · Corporate Secretary · Procurement · Operations (Thermal)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1371600"/>
            <a:ext cx="388620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6512" y="146304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EXCEL COPILOT  +  3 MORE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Daily Ops 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651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Excel Copilot — 6 plants × 30 days → KPI table, RAG vs targets, trend chart, 5-bullet commentary.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STRETCH · Analyst — variance + correlation deep-dive  ·  Excel agent — one-shot Fleet Rollup workbook  ·  PowerPoint Copilot — 5-slide Ops Review deck.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80" y="137160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2" y="146304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TEAMS RECAP  →  WORD  +  3 MORE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Procurement → Board-quality minutes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987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Teams Recap captures the meeting; Word Copilot drafts formal minutes + risk annex; Copilot Chat writes the cover email.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STRETCH · Word agent — one-shot minutes (compare)  ·  Researcher (Critique) — pre-award vendor reputation check.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3977640"/>
            <a:ext cx="388620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96512" y="406908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PLANNER AGENT  +  POWERPOINT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9651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PMO weekly 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9651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Planner agent — bootstrap the plan from the portfolio Excel; surface Red/Amber tasks; draft the Steering Committee weekly status — grounded in real Planner data.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STRETCH · PowerPoint agent — 6-slide PMO Review deck with speaker notes.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8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55280" y="397764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4069080"/>
            <a:ext cx="3557016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WORD COPILOT  +  COWORK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987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50" b="1">
                <a:solidFill>
                  <a:srgbClr val="1A202C"/>
                </a:solidFill>
                <a:latin typeface="Segoe UI"/>
              </a:rPr>
              <a:t>HR policy &amp; Board resolution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987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CORE · Word Copilot — Hybrid Working Policy (HR path) OR Directors' Circular Resolution for the Sumitec contract (CoSec path).</a:t>
            </a:r>
          </a:p>
          <a:p>
            <a:pPr algn="l"/>
            <a:r>
              <a:rPr sz="950" b="0">
                <a:solidFill>
                  <a:srgbClr val="64748B"/>
                </a:solidFill>
                <a:latin typeface="Segoe UI"/>
              </a:rPr>
              <a:t>STRETCH · Cowork — single-file HTML HR self-service portal (policy cards, FAQ, quick links, contact HR).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6492240"/>
            <a:ext cx="8046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1.5 hours · Microsoft 365 Copilot licensed · sample data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